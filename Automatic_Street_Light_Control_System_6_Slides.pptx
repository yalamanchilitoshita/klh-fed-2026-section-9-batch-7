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94360"/>
            <a:ext cx="10972800" cy="5577840"/>
          </a:xfrm>
          <a:prstGeom prst="roundRect">
            <a:avLst/>
          </a:prstGeom>
          <a:solidFill>
            <a:srgbClr val="1B2B49"/>
          </a:solidFill>
          <a:ln>
            <a:solidFill>
              <a:srgbClr val="2F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FC55C"/>
                </a:solidFill>
                <a:latin typeface="Aptos"/>
              </a:defRPr>
            </a:pPr>
            <a:r>
              <a:t>DESIGN AND SIMULATION OF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12344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F8FAFF"/>
                </a:solidFill>
                <a:latin typeface="Aptos"/>
              </a:defRPr>
            </a:pPr>
            <a:r>
              <a:t>AUTOMATIC STREET LIGHT</a:t>
            </a:r>
          </a:p>
          <a:p>
            <a:pPr algn="ctr">
              <a:spcAft>
                <a:spcPts val="600"/>
              </a:spcAft>
              <a:defRPr sz="3200" b="1">
                <a:solidFill>
                  <a:srgbClr val="F8FAFF"/>
                </a:solidFill>
                <a:latin typeface="Aptos"/>
              </a:defRPr>
            </a:pPr>
            <a:r>
              <a:t>CONTROL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46BECD"/>
                </a:solidFill>
                <a:latin typeface="Aptos"/>
              </a:defRPr>
            </a:pPr>
            <a:r>
              <a:t>Digital Logic Design using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3756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E0EBF9"/>
                </a:solidFill>
                <a:latin typeface="Aptos"/>
              </a:defRPr>
            </a:pPr>
            <a:r>
              <a:t>LDR / Light Sensor  +  Motion Sensor   →   Logic Circuit   →   Street Lamp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1014984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370832"/>
            <a:ext cx="6583680" cy="1417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Toshita  —  2620030361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Aparna   —  2620030367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Sushma   —  2620030374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Manasi   —  2620030380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Vinay    —  2620030387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INTRODUCTION AND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Street lights improve safety and visibility during dark conditions.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Manual switching can waste energy when lights are left ON unnecessarily.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The LDR/light sensor represents day or night, while a motion sensor detects activity.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Objective: design and simulate an automatic controller using basic digital logic gates in Logisim.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The lamp output is controlled by the Boolean expression: Light = ¬L + 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THEORY AND LOGIC CIRCUIT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743200" cy="10058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F8FAFF"/>
                </a:solidFill>
                <a:latin typeface="Aptos"/>
              </a:defRPr>
            </a:pPr>
            <a:r>
              <a:t>L = 1 for Day, 0 for Night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F8FAFF"/>
                </a:solidFill>
                <a:latin typeface="Aptos"/>
              </a:defRPr>
            </a:pPr>
            <a:r>
              <a:t>M = 1 when motion is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25880"/>
            <a:ext cx="237744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BOOLEAN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300" b="1">
                <a:solidFill>
                  <a:srgbClr val="46BECD"/>
                </a:solidFill>
                <a:latin typeface="Aptos"/>
              </a:defRPr>
            </a:pPr>
            <a:r>
              <a:t>Night = ¬L</a:t>
            </a:r>
          </a:p>
          <a:p>
            <a:pPr algn="l">
              <a:spcAft>
                <a:spcPts val="600"/>
              </a:spcAft>
              <a:defRPr sz="2300" b="1">
                <a:solidFill>
                  <a:srgbClr val="46BECD"/>
                </a:solidFill>
                <a:latin typeface="Aptos"/>
              </a:defRPr>
            </a:pPr>
            <a:r>
              <a:t>Light = ¬L +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25880"/>
            <a:ext cx="201168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GATES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3840480" cy="12801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AFF"/>
                </a:solidFill>
                <a:latin typeface="Aptos"/>
              </a:defRPr>
            </a:pPr>
            <a:r>
              <a:t>NOT gate: converts Day to Night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8FAFF"/>
                </a:solidFill>
                <a:latin typeface="Aptos"/>
              </a:defRPr>
            </a:pPr>
            <a:r>
              <a:t>OR gate: turns the lamp ON if it is night or motion is detected.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05156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L (Day)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950208"/>
            <a:ext cx="5029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11680" y="3611880"/>
            <a:ext cx="914400" cy="685800"/>
          </a:xfrm>
          <a:prstGeom prst="roundRect">
            <a:avLst/>
          </a:prstGeom>
          <a:solidFill>
            <a:srgbClr val="2F67B0"/>
          </a:solidFill>
          <a:ln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5688" y="3794760"/>
            <a:ext cx="7772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NOT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3950208"/>
            <a:ext cx="100584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937760"/>
            <a:ext cx="123444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M (Motion)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5102352"/>
            <a:ext cx="21031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31920" y="4160520"/>
            <a:ext cx="1234440" cy="960120"/>
          </a:xfrm>
          <a:prstGeom prst="roundRect">
            <a:avLst/>
          </a:prstGeom>
          <a:solidFill>
            <a:srgbClr val="2F67B0"/>
          </a:solidFill>
          <a:ln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4480560"/>
            <a:ext cx="96012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66360" y="4645152"/>
            <a:ext cx="146304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20840" y="4370832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LIGHT OUTPUT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4251960"/>
            <a:ext cx="685800" cy="685800"/>
          </a:xfrm>
          <a:prstGeom prst="ellipse">
            <a:avLst/>
          </a:prstGeom>
          <a:solidFill>
            <a:srgbClr val="FFC55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389120"/>
            <a:ext cx="192024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AFF"/>
                </a:solidFill>
                <a:latin typeface="Aptos"/>
              </a:defRPr>
            </a:pPr>
            <a:r>
              <a:t>Lamp ON /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Circuit concept: invert L to obtain Night, then OR it with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CIRCUIT DESIGN IN LOGISIM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Place two input pins/switches and label them L (Day) and M (Motion).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Connect L to a NOT gate to produce ¬L (Night).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Connect ¬L and M to the two inputs of an OR gate.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Connect the OR output to an LED or lamp indicator.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Toggle the input switches to test the output against the truth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2286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55C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10912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46BECD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74920"/>
            <a:ext cx="4572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¬L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5074920"/>
            <a:ext cx="2743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55C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010912"/>
            <a:ext cx="50292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46BECD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010912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LIGHT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5175504"/>
            <a:ext cx="5029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5175504"/>
            <a:ext cx="2743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5175504"/>
            <a:ext cx="41148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77639" y="5175504"/>
            <a:ext cx="548641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5175504"/>
            <a:ext cx="36576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SIMULATION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FC55C"/>
                </a:solidFill>
                <a:latin typeface="Aptos"/>
              </a:defRPr>
            </a:pPr>
            <a:r>
              <a:t>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2194560"/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L (Day)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M (Motion)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Light Output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 (ON)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 (ON)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 (OFF)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 (ON)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280160"/>
            <a:ext cx="274320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FC55C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•  Night + no motion → ON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•  Night + motion → ON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•  Day + no motion → OFF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•  Day + motion →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5120640"/>
            <a:ext cx="4114800" cy="4114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46BECD"/>
                </a:solidFill>
                <a:latin typeface="Aptos"/>
              </a:defRPr>
            </a:pPr>
            <a:r>
              <a:t>Equation: Light = ¬L +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In Logisim, toggle both inputs and verify that the lamp matches each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CONCLUSION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1945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controller demonstrates automatic street-light operation using simple digital logic.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LDR represents day/night conditions, while the motion sensor represents detected activity.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Boolean expression Light = ¬L + M determines the lamp output.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circuit can be tested and verified in Logisim.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21945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Public roads and highways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College and school campuses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Parking areas and residential streets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Smart-city and building security lighting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46BECD"/>
                </a:solidFill>
                <a:latin typeface="Aptos"/>
              </a:defRPr>
            </a:pPr>
            <a:r>
              <a:t>Possible improvement: add a timer, dimming control, or extra sensors.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