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.mutya63@outlook.com" userId="e716e051ed39d59a" providerId="LiveId" clId="{87754A01-A61A-4BF3-B6C2-2462DF8512F8}"/>
    <pc:docChg chg="modSld">
      <pc:chgData name="vinay.mutya63@outlook.com" userId="e716e051ed39d59a" providerId="LiveId" clId="{87754A01-A61A-4BF3-B6C2-2462DF8512F8}" dt="2026-10-15T04:45:31.619" v="1" actId="20577"/>
      <pc:docMkLst>
        <pc:docMk/>
      </pc:docMkLst>
      <pc:sldChg chg="modSp mod">
        <pc:chgData name="vinay.mutya63@outlook.com" userId="e716e051ed39d59a" providerId="LiveId" clId="{87754A01-A61A-4BF3-B6C2-2462DF8512F8}" dt="2026-10-15T04:45:31.619" v="1" actId="20577"/>
        <pc:sldMkLst>
          <pc:docMk/>
          <pc:sldMk cId="0" sldId="261"/>
        </pc:sldMkLst>
        <pc:spChg chg="mod">
          <ac:chgData name="vinay.mutya63@outlook.com" userId="e716e051ed39d59a" providerId="LiveId" clId="{87754A01-A61A-4BF3-B6C2-2462DF8512F8}" dt="2026-10-15T04:45:31.619" v="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94360"/>
            <a:ext cx="10972800" cy="5577840"/>
          </a:xfrm>
          <a:prstGeom prst="roundRect">
            <a:avLst/>
          </a:prstGeom>
          <a:solidFill>
            <a:srgbClr val="1B2B49"/>
          </a:solidFill>
          <a:ln>
            <a:solidFill>
              <a:srgbClr val="2F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24128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FC55C"/>
                </a:solidFill>
                <a:latin typeface="Aptos"/>
              </a:defRPr>
            </a:pPr>
            <a:r>
              <a:t>DESIGN AND SIMULATION OF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1234440"/>
          </a:xfrm>
          <a:prstGeom prst="rect">
            <a:avLst/>
          </a:prstGeom>
          <a:noFill/>
        </p:spPr>
        <p:txBody>
          <a:bodyPr wrap="square" lIns="73152" tIns="36576" rIns="73152" bIns="27432" anchor="ctr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AUTOMATIC STREET LIGHT</a:t>
            </a:r>
          </a:p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0030" y="2788920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46BECD"/>
                </a:solidFill>
                <a:latin typeface="Aptos"/>
              </a:defRPr>
            </a:pPr>
            <a:r>
              <a:t>Digital Logic Design using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E0EBF9"/>
                </a:solidFill>
                <a:latin typeface="Aptos"/>
              </a:defRPr>
            </a:pPr>
            <a:r>
              <a:rPr dirty="0"/>
              <a:t>LDR / Light Sensor  +  Motion Sensor   →   Logic Circuit   →   Street Lamp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101498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370832"/>
            <a:ext cx="6583680" cy="1417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Toshita  —  2620030361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Aparna   —  2620030367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Sushma   —  2620030374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Manasi   —  2620030380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Vinay    —  2620030387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INTRODUCTION AND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Street lights improve safety and visibility during dark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Manual switching can waste energy when lights are left ON unnecessarily.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LDR/light sensor represents day or night, while a motion sensor detects activity.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Objective: design and simulate an automatic controller using basic digital logic gates in Logisim.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lamp output is controlled by the Boolean expression: Light = ¬L </a:t>
            </a:r>
            <a:r>
              <a:rPr lang="en-IN" dirty="0"/>
              <a:t>.</a:t>
            </a:r>
            <a:r>
              <a:rPr dirty="0"/>
              <a:t> 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THEORY AND LOGIC 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743200" cy="10058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L = 1 for Day, 0 for Night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M = 1 when motion is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25880"/>
            <a:ext cx="23774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BOOLEAN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2560320" cy="849463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rPr dirty="0"/>
              <a:t>Night = ¬L</a:t>
            </a:r>
          </a:p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rPr dirty="0"/>
              <a:t>Light = ¬L </a:t>
            </a:r>
            <a:r>
              <a:rPr lang="en-IN" dirty="0"/>
              <a:t>.</a:t>
            </a:r>
            <a:r>
              <a:rPr dirty="0"/>
              <a:t>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25880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GATES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840480" cy="926407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rPr dirty="0"/>
              <a:t>NOT gate: converts Day to Night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rPr lang="en-IN" dirty="0"/>
              <a:t>AND</a:t>
            </a:r>
            <a:r>
              <a:rPr dirty="0"/>
              <a:t> gate: turns the lamp ON if it is night or motion is detected.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5156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L (Day)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950208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11680" y="3611880"/>
            <a:ext cx="914400" cy="68580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75688" y="3794760"/>
            <a:ext cx="7772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NOT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950208"/>
            <a:ext cx="10058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937760"/>
            <a:ext cx="12344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M (Motion)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5102352"/>
            <a:ext cx="21031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31920" y="4160520"/>
            <a:ext cx="1234440" cy="96012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69080" y="4480560"/>
            <a:ext cx="960120" cy="31085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rPr lang="en-IN" dirty="0"/>
              <a:t>AND</a:t>
            </a:r>
            <a:endParaRPr dirty="0"/>
          </a:p>
        </p:txBody>
      </p:sp>
      <p:cxnSp>
        <p:nvCxnSpPr>
          <p:cNvPr id="20" name="Connector 19"/>
          <p:cNvCxnSpPr/>
          <p:nvPr/>
        </p:nvCxnSpPr>
        <p:spPr>
          <a:xfrm>
            <a:off x="5166360" y="4645152"/>
            <a:ext cx="14630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20840" y="4370832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LIGHT OUTPUT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251960"/>
            <a:ext cx="685800" cy="685800"/>
          </a:xfrm>
          <a:prstGeom prst="ellipse">
            <a:avLst/>
          </a:prstGeom>
          <a:solidFill>
            <a:srgbClr val="FFC55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4389120"/>
            <a:ext cx="19202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AFF"/>
                </a:solidFill>
                <a:latin typeface="Aptos"/>
              </a:defRPr>
            </a:pPr>
            <a:r>
              <a:t>Lamp ON /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241280" cy="29546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rPr dirty="0"/>
              <a:t>Circuit concept: invert L to obtain Night, then </a:t>
            </a:r>
            <a:r>
              <a:rPr lang="en-IN" dirty="0"/>
              <a:t>AND</a:t>
            </a:r>
            <a:r>
              <a:rPr dirty="0"/>
              <a:t> it with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CIRCUIT DESIGN IN LOGISIM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Place two input pins/switches and label them L (Day) and M (Motion).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L to a NOT gate to produce ¬L (Night).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¬L and M to the two inputs of an </a:t>
            </a:r>
            <a:r>
              <a:rPr lang="en-IN" dirty="0"/>
              <a:t>AND</a:t>
            </a:r>
            <a:r>
              <a:rPr dirty="0"/>
              <a:t> gate.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the </a:t>
            </a:r>
            <a:r>
              <a:rPr lang="en-IN" dirty="0"/>
              <a:t>AND</a:t>
            </a:r>
            <a:r>
              <a:rPr dirty="0"/>
              <a:t> output to an LED or lamp indicator.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Toggle the input switches to test the output against the truth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2286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9" y="5010911"/>
            <a:ext cx="804985" cy="280077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46BECD"/>
                </a:solidFill>
                <a:latin typeface="Aptos"/>
              </a:defRPr>
            </a:pPr>
            <a:r>
              <a:rPr dirty="0"/>
              <a:t>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749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¬L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5074920"/>
            <a:ext cx="2743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10912"/>
            <a:ext cx="73152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LIGHT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5175504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5175504"/>
            <a:ext cx="2743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5175504"/>
            <a:ext cx="41148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5175504"/>
            <a:ext cx="548641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5175504"/>
            <a:ext cx="36576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02EA0-29CF-0EFE-353E-48A709B6E33B}"/>
              </a:ext>
            </a:extLst>
          </p:cNvPr>
          <p:cNvSpPr txBox="1"/>
          <p:nvPr/>
        </p:nvSpPr>
        <p:spPr>
          <a:xfrm>
            <a:off x="4503420" y="4990838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rPr dirty="0"/>
              <a:t>SIMULATION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11001"/>
              </p:ext>
            </p:extLst>
          </p:nvPr>
        </p:nvGraphicFramePr>
        <p:xfrm>
          <a:off x="822960" y="17830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 (Day)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dirty="0"/>
                        <a:t>M (Motion)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Light Output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lang="en-IN" dirty="0"/>
                        <a:t>1</a:t>
                      </a:r>
                      <a:r>
                        <a:rPr dirty="0"/>
                        <a:t> (O</a:t>
                      </a:r>
                      <a:r>
                        <a:rPr lang="en-IN" dirty="0"/>
                        <a:t>N</a:t>
                      </a:r>
                      <a:r>
                        <a:rPr dirty="0"/>
                        <a:t>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 (ON)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 (OFF)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lang="en-IN" dirty="0"/>
                        <a:t>0</a:t>
                      </a:r>
                      <a:r>
                        <a:rPr dirty="0"/>
                        <a:t> (</a:t>
                      </a:r>
                      <a:r>
                        <a:rPr lang="en-IN" dirty="0"/>
                        <a:t>OFF)</a:t>
                      </a:r>
                      <a:endParaRPr dirty="0"/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28016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Night + </a:t>
            </a:r>
            <a:r>
              <a:rPr lang="en-IN" dirty="0"/>
              <a:t>no</a:t>
            </a:r>
            <a:r>
              <a:rPr dirty="0"/>
              <a:t> motion → </a:t>
            </a:r>
            <a:r>
              <a:rPr lang="en-IN" dirty="0"/>
              <a:t>ON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Night + motion → ON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Day + no motion → OFF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Day + motion → </a:t>
            </a:r>
            <a:r>
              <a:rPr lang="en-IN" dirty="0"/>
              <a:t>OFF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29400" y="5120640"/>
            <a:ext cx="4114800" cy="4114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46BECD"/>
                </a:solidFill>
                <a:latin typeface="Aptos"/>
              </a:defRPr>
            </a:pPr>
            <a:r>
              <a:rPr dirty="0"/>
              <a:t>Equation: Light = ¬L </a:t>
            </a:r>
            <a:r>
              <a:rPr lang="en-IN" dirty="0"/>
              <a:t>.</a:t>
            </a:r>
            <a:r>
              <a:rPr dirty="0"/>
              <a:t>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In Logisim, toggle both inputs and verify that the lamp matches each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CONCLUSION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controller demonstrates automatic street-light operation using simple digital logic.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LDR represents day/night conditions, while the motion sensor represents detected activity.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Boolean expression Light = ¬L </a:t>
            </a:r>
            <a:r>
              <a:rPr lang="en-IN" dirty="0"/>
              <a:t>.</a:t>
            </a:r>
            <a:r>
              <a:rPr dirty="0"/>
              <a:t> M determines the lamp output.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rPr dirty="0"/>
              <a:t>•  The circuit can be tested and verified in Logisim.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Public roads and highways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College and school campuses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Parking areas and residential streets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Smart-city and building security 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46BECD"/>
                </a:solidFill>
                <a:latin typeface="Aptos"/>
              </a:defRPr>
            </a:pPr>
            <a:r>
              <a:t>Possible improvement: add a timer, dimming control, or extra sensors.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500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</dc:creator>
  <cp:keywords/>
  <dc:description>generated using python-pptx</dc:description>
  <cp:lastModifiedBy>vinay.mutya63@outlook.com</cp:lastModifiedBy>
  <cp:revision>4</cp:revision>
  <dcterms:created xsi:type="dcterms:W3CDTF">2013-01-27T09:14:16Z</dcterms:created>
  <dcterms:modified xsi:type="dcterms:W3CDTF">2026-10-15T04:45:41Z</dcterms:modified>
  <cp:category/>
</cp:coreProperties>
</file>